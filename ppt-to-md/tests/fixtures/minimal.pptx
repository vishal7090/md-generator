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Fixture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one</a:t>
            </a:r>
          </a:p>
          <a:p>
            <a:r>
              <a:t>Bullet two</a:t>
            </a:r>
          </a:p>
          <a:p>
            <a:pPr lvl="1"/>
            <a:r>
              <a:t>Nested bullet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743200"/>
          <a:ext cx="4572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685800">
                <a:tc>
                  <a:txBody>
                    <a:bodyPr/>
                    <a:lstStyle/>
                    <a:p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